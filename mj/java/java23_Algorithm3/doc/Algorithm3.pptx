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524" r:id="rId2"/>
    <p:sldId id="541" r:id="rId3"/>
    <p:sldId id="539" r:id="rId4"/>
  </p:sldIdLst>
  <p:sldSz cx="9144000" cy="6858000" type="screen4x3"/>
  <p:notesSz cx="6743700" cy="98758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868" autoAdjust="0"/>
    <p:restoredTop sz="94660"/>
  </p:normalViewPr>
  <p:slideViewPr>
    <p:cSldViewPr>
      <p:cViewPr>
        <p:scale>
          <a:sx n="100" d="100"/>
          <a:sy n="100" d="100"/>
        </p:scale>
        <p:origin x="-534" y="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160" y="-102"/>
      </p:cViewPr>
      <p:guideLst>
        <p:guide orient="horz" pos="3110"/>
        <p:guide pos="212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2519" tIns="46259" rIns="92519" bIns="46259" rtlCol="0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21113" y="0"/>
            <a:ext cx="2921000" cy="493713"/>
          </a:xfrm>
          <a:prstGeom prst="rect">
            <a:avLst/>
          </a:prstGeom>
        </p:spPr>
        <p:txBody>
          <a:bodyPr vert="horz" lIns="92519" tIns="46259" rIns="92519" bIns="46259" rtlCol="0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FBBC8C4-BB65-4182-A998-2D5663B38224}" type="datetimeFigureOut">
              <a:rPr lang="ko-KR" altLang="en-US"/>
              <a:pPr>
                <a:defRPr/>
              </a:pPr>
              <a:t>2015-08-05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80538"/>
            <a:ext cx="2921000" cy="493712"/>
          </a:xfrm>
          <a:prstGeom prst="rect">
            <a:avLst/>
          </a:prstGeom>
        </p:spPr>
        <p:txBody>
          <a:bodyPr vert="horz" lIns="92519" tIns="46259" rIns="92519" bIns="46259" rtlCol="0" anchor="b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21113" y="9380538"/>
            <a:ext cx="2921000" cy="493712"/>
          </a:xfrm>
          <a:prstGeom prst="rect">
            <a:avLst/>
          </a:prstGeom>
        </p:spPr>
        <p:txBody>
          <a:bodyPr vert="horz" lIns="92519" tIns="46259" rIns="92519" bIns="46259" rtlCol="0" anchor="b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6C96BBC4-5BF2-4815-9D3C-6AAAA747838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2588" cy="493713"/>
          </a:xfrm>
          <a:prstGeom prst="rect">
            <a:avLst/>
          </a:prstGeom>
        </p:spPr>
        <p:txBody>
          <a:bodyPr vert="horz" lIns="92514" tIns="46256" rIns="92514" bIns="46256" rtlCol="0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2588" cy="493713"/>
          </a:xfrm>
          <a:prstGeom prst="rect">
            <a:avLst/>
          </a:prstGeom>
        </p:spPr>
        <p:txBody>
          <a:bodyPr vert="horz" lIns="92514" tIns="46256" rIns="92514" bIns="46256" rtlCol="0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0B28417D-CAC9-4BF8-A234-ABFF78EF9C01}" type="datetimeFigureOut">
              <a:rPr lang="en-US"/>
              <a:pPr>
                <a:defRPr/>
              </a:pPr>
              <a:t>8/5/2015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7125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14" tIns="46256" rIns="92514" bIns="46256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91063"/>
            <a:ext cx="5394325" cy="4443412"/>
          </a:xfrm>
          <a:prstGeom prst="rect">
            <a:avLst/>
          </a:prstGeom>
        </p:spPr>
        <p:txBody>
          <a:bodyPr vert="horz" lIns="92514" tIns="46256" rIns="92514" bIns="46256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80538"/>
            <a:ext cx="2922588" cy="493712"/>
          </a:xfrm>
          <a:prstGeom prst="rect">
            <a:avLst/>
          </a:prstGeom>
        </p:spPr>
        <p:txBody>
          <a:bodyPr vert="horz" lIns="92514" tIns="46256" rIns="92514" bIns="46256" rtlCol="0" anchor="b"/>
          <a:lstStyle>
            <a:lvl1pPr algn="l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80538"/>
            <a:ext cx="2922588" cy="493712"/>
          </a:xfrm>
          <a:prstGeom prst="rect">
            <a:avLst/>
          </a:prstGeom>
        </p:spPr>
        <p:txBody>
          <a:bodyPr vert="horz" lIns="92514" tIns="46256" rIns="92514" bIns="46256" rtlCol="0" anchor="b"/>
          <a:lstStyle>
            <a:lvl1pPr algn="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099BE07-54E0-49A2-8E04-C755B6222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맑은 고딕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B9E23DE4-996C-4448-8EAE-4D2D1FCF7F2C}" type="datetime1">
              <a:rPr lang="ko-KR" altLang="en-US"/>
              <a:pPr>
                <a:defRPr/>
              </a:pPr>
              <a:t>2015-08-05</a:t>
            </a:fld>
            <a:endParaRPr lang="en-US" altLang="ko-K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3DEB6-234D-4355-BC5A-468B2CBD894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29563" y="6392863"/>
            <a:ext cx="12144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1"/>
          <p:cNvSpPr/>
          <p:nvPr userDrawn="1"/>
        </p:nvSpPr>
        <p:spPr>
          <a:xfrm>
            <a:off x="0" y="785794"/>
            <a:ext cx="9144000" cy="71438"/>
          </a:xfrm>
          <a:prstGeom prst="rect">
            <a:avLst/>
          </a:prstGeom>
          <a:gradFill flip="none" rotWithShape="1">
            <a:gsLst>
              <a:gs pos="0">
                <a:srgbClr val="92D050">
                  <a:alpha val="56000"/>
                </a:srgbClr>
              </a:gs>
              <a:gs pos="50000">
                <a:srgbClr val="9CB86E"/>
              </a:gs>
              <a:gs pos="100000">
                <a:srgbClr val="156B1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0"/>
          </a:p>
        </p:txBody>
      </p:sp>
      <p:cxnSp>
        <p:nvCxnSpPr>
          <p:cNvPr id="5" name="Straight Connector 2"/>
          <p:cNvCxnSpPr/>
          <p:nvPr userDrawn="1"/>
        </p:nvCxnSpPr>
        <p:spPr>
          <a:xfrm>
            <a:off x="0" y="6357938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 sz="1200"/>
            </a:lvl1pPr>
          </a:lstStyle>
          <a:p>
            <a:pPr>
              <a:defRPr/>
            </a:pPr>
            <a:r>
              <a:rPr lang="en-US" altLang="ko-KR"/>
              <a:t>- </a:t>
            </a:r>
            <a:fld id="{10098F42-2031-4F6F-A392-FDD52C86B218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4F93A4F1-6604-4ECA-8715-A9F2E661BB2B}" type="datetime1">
              <a:rPr lang="ko-KR" altLang="en-US"/>
              <a:pPr>
                <a:defRPr/>
              </a:pPr>
              <a:t>2015-08-05</a:t>
            </a:fld>
            <a:endParaRPr lang="en-US" altLang="ko-K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93C23-D218-4FAD-B8B7-7A78E337CA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2A0CD909-9C6A-4D90-A406-3AA56D4702B9}" type="datetime1">
              <a:rPr lang="ko-KR" altLang="en-US"/>
              <a:pPr>
                <a:defRPr/>
              </a:pPr>
              <a:t>2015-08-05</a:t>
            </a:fld>
            <a:endParaRPr lang="en-US" altLang="ko-KR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322D6C-D635-4E22-BCE6-FAD5C0415A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9F4974EB-3CC7-47BE-98BC-EB1D8074F788}" type="datetime1">
              <a:rPr lang="ko-KR" altLang="en-US"/>
              <a:pPr>
                <a:defRPr/>
              </a:pPr>
              <a:t>2015-08-05</a:t>
            </a:fld>
            <a:endParaRPr lang="en-US" altLang="ko-KR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C6573-0954-47D6-A0A6-5847C1E853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980AD349-50DB-4FB2-91B6-0FD801BDD1CE}" type="datetime1">
              <a:rPr lang="ko-KR" altLang="en-US"/>
              <a:pPr>
                <a:defRPr/>
              </a:pPr>
              <a:t>2015-08-05</a:t>
            </a:fld>
            <a:endParaRPr lang="en-US" altLang="ko-KR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2629B-FD16-4C3E-9A4A-C6D8CAA5BD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fld id="{627E9829-BD7E-4062-B2EB-A81BE76CE4CB}" type="datetime1">
              <a:rPr lang="ko-KR" altLang="en-US"/>
              <a:pPr>
                <a:defRPr/>
              </a:pPr>
              <a:t>2015-08-05</a:t>
            </a:fld>
            <a:endParaRPr lang="en-US" altLang="ko-KR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F349F-950D-4501-B803-56E0B2BD17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929563" y="6392863"/>
            <a:ext cx="12144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9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6467475"/>
            <a:ext cx="12858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10"/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0" y="0"/>
            <a:ext cx="91440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500438" y="6524625"/>
            <a:ext cx="2133600" cy="476250"/>
          </a:xfrm>
          <a:prstGeom prst="rect">
            <a:avLst/>
          </a:prstGeom>
        </p:spPr>
        <p:txBody>
          <a:bodyPr/>
          <a:lstStyle>
            <a:lvl1pPr algn="ctr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- </a:t>
            </a:r>
            <a:fld id="{56236824-FA34-4C54-8C72-7583E0FEED0A}" type="slidenum">
              <a:rPr lang="en-US" altLang="ko-KR"/>
              <a:pPr>
                <a:defRPr/>
              </a:pPr>
              <a:t>‹#›</a:t>
            </a:fld>
            <a:r>
              <a:rPr lang="en-US" altLang="ko-KR"/>
              <a:t> 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smtClean="0">
                <a:latin typeface="굴림" charset="-127"/>
                <a:ea typeface="굴림" charset="-127"/>
              </a:rPr>
              <a:t>- </a:t>
            </a:r>
            <a:fld id="{CDA3FF46-512D-4A93-9136-0F6212C529EB}" type="slidenum">
              <a:rPr lang="en-US" altLang="ko-KR" smtClean="0">
                <a:latin typeface="굴림" charset="-127"/>
                <a:ea typeface="굴림" charset="-127"/>
              </a:rPr>
              <a:pPr/>
              <a:t>1</a:t>
            </a:fld>
            <a:r>
              <a:rPr lang="en-US" altLang="ko-KR" smtClean="0">
                <a:latin typeface="굴림" charset="-127"/>
                <a:ea typeface="굴림" charset="-127"/>
              </a:rPr>
              <a:t> -</a:t>
            </a:r>
          </a:p>
        </p:txBody>
      </p:sp>
      <p:sp>
        <p:nvSpPr>
          <p:cNvPr id="11266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D40587F9-B755-44E6-8E33-873459B94EA0}" type="slidenum">
              <a:rPr lang="en-US" altLang="ko-KR" sz="1200" b="0"/>
              <a:pPr algn="ctr"/>
              <a:t>1</a:t>
            </a:fld>
            <a:r>
              <a:rPr lang="en-US" altLang="ko-KR" sz="1200" b="0"/>
              <a:t> -</a:t>
            </a:r>
          </a:p>
        </p:txBody>
      </p:sp>
      <p:pic>
        <p:nvPicPr>
          <p:cNvPr id="11267" name="Picture 12" descr="Picture1.jpg"/>
          <p:cNvPicPr>
            <a:picLocks noChangeAspect="1"/>
          </p:cNvPicPr>
          <p:nvPr/>
        </p:nvPicPr>
        <p:blipFill>
          <a:blip r:embed="rId2" cstate="print"/>
          <a:srcRect b="2754"/>
          <a:stretch>
            <a:fillRect/>
          </a:stretch>
        </p:blipFill>
        <p:spPr bwMode="auto">
          <a:xfrm>
            <a:off x="6350" y="188913"/>
            <a:ext cx="9137650" cy="6669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re 1"/>
          <p:cNvSpPr txBox="1">
            <a:spLocks/>
          </p:cNvSpPr>
          <p:nvPr/>
        </p:nvSpPr>
        <p:spPr bwMode="auto">
          <a:xfrm>
            <a:off x="1711325" y="908721"/>
            <a:ext cx="5929313" cy="1918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0">
              <a:lnSpc>
                <a:spcPct val="150000"/>
              </a:lnSpc>
            </a:pPr>
            <a:endParaRPr kumimoji="0" lang="ko-KR" altLang="en-US" sz="24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50000"/>
              </a:lnSpc>
            </a:pPr>
            <a:r>
              <a:rPr kumimoji="0" lang="en-US" altLang="ko-KR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– static, Constructor, Array, Exception</a:t>
            </a:r>
          </a:p>
          <a:p>
            <a:pPr algn="ctr" latinLnBrk="0">
              <a:lnSpc>
                <a:spcPct val="150000"/>
              </a:lnSpc>
            </a:pPr>
            <a:r>
              <a:rPr kumimoji="0" lang="ko-KR" alt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알고리즘 </a:t>
            </a:r>
            <a:r>
              <a:rPr kumimoji="0" lang="ko-KR" altLang="en-US" sz="24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로직</a:t>
            </a:r>
            <a:r>
              <a:rPr kumimoji="0" lang="ko-KR" altLang="en-US" sz="240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0" lang="en-US" altLang="ko-KR" sz="240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–</a:t>
            </a:r>
            <a:endParaRPr kumimoji="0" lang="en-US" altLang="ko-KR" sz="24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lnSpc>
                <a:spcPct val="150000"/>
              </a:lnSpc>
            </a:pPr>
            <a:endParaRPr kumimoji="0" lang="fr-FR" altLang="ko-KR" sz="24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69" name="Picture 2" descr="http://o3d.googlecode.com/svn/trunk/samples/assets/androi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2075" y="5572125"/>
            <a:ext cx="885825" cy="95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Slide Number Placeholder 6"/>
          <p:cNvSpPr txBox="1">
            <a:spLocks/>
          </p:cNvSpPr>
          <p:nvPr/>
        </p:nvSpPr>
        <p:spPr bwMode="auto">
          <a:xfrm>
            <a:off x="3497263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708E5775-EFDF-4B6C-9FCE-8C3C8162CDFC}" type="slidenum">
              <a:rPr lang="en-US" altLang="ko-KR" sz="1200" b="0"/>
              <a:pPr algn="ctr"/>
              <a:t>1</a:t>
            </a:fld>
            <a:r>
              <a:rPr lang="en-US" altLang="ko-KR" sz="1200" b="0"/>
              <a:t> -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514906" y="5013176"/>
            <a:ext cx="2496196" cy="5749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kumimoji="0" lang="en-US" altLang="ko-KR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Ha </a:t>
            </a:r>
            <a:r>
              <a:rPr kumimoji="0" lang="en-US" altLang="ko-KR" sz="24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Seung</a:t>
            </a:r>
            <a:r>
              <a:rPr kumimoji="0" lang="en-US" altLang="ko-KR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Hyun</a:t>
            </a:r>
            <a:endParaRPr kumimoji="0" lang="en-US" altLang="ko-KR" sz="2400" dirty="0"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 txBox="1">
            <a:spLocks noGrp="1" noChangeArrowheads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B0E7D28E-FF79-456F-AA08-E0617528E3A6}" type="slidenum">
              <a:rPr lang="en-US" altLang="ko-KR" sz="1200" b="0"/>
              <a:pPr algn="ctr"/>
              <a:t>2</a:t>
            </a:fld>
            <a:r>
              <a:rPr lang="en-US" altLang="ko-KR" sz="1200" b="0"/>
              <a:t> -</a:t>
            </a:r>
          </a:p>
        </p:txBody>
      </p:sp>
      <p:sp>
        <p:nvSpPr>
          <p:cNvPr id="14338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84906F90-9ADF-48DB-95E3-1AD786B06328}" type="slidenum">
              <a:rPr lang="en-US" altLang="ko-KR" sz="1200" b="0"/>
              <a:pPr algn="ctr"/>
              <a:t>2</a:t>
            </a:fld>
            <a:r>
              <a:rPr lang="en-US" altLang="ko-KR" sz="1200" b="0"/>
              <a:t> -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0" y="260350"/>
            <a:ext cx="8964488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81000" indent="-381000"/>
            <a:r>
              <a:rPr kumimoji="0" lang="en-US" altLang="ko-KR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I.SELF </a:t>
            </a:r>
            <a:r>
              <a:rPr kumimoji="0" lang="en-US" altLang="ko-KR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: for</a:t>
            </a:r>
            <a:r>
              <a:rPr kumimoji="0" lang="ko-KR" altLang="en-US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문을 이용해서 생성한 객체의 숫자 출력하기 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EmployeeCount.java</a:t>
            </a:r>
            <a:endParaRPr kumimoji="0" lang="en-US" altLang="ko-KR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23528" y="1340768"/>
            <a:ext cx="3672408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사원 객체 생성 </a:t>
            </a:r>
            <a:r>
              <a:rPr lang="en-US" altLang="ko-KR" sz="1600" dirty="0" smtClean="0">
                <a:solidFill>
                  <a:schemeClr val="tx1"/>
                </a:solidFill>
              </a:rPr>
              <a:t>1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생성된 사원의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객체수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:1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사원 객체 생성 </a:t>
            </a:r>
            <a:r>
              <a:rPr lang="en-US" altLang="ko-KR" sz="1600" dirty="0" smtClean="0">
                <a:solidFill>
                  <a:schemeClr val="tx1"/>
                </a:solidFill>
              </a:rPr>
              <a:t>2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생성된 사원의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객체수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:2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사원 객체 생성 </a:t>
            </a:r>
            <a:r>
              <a:rPr lang="en-US" altLang="ko-KR" sz="1600" dirty="0" smtClean="0">
                <a:solidFill>
                  <a:schemeClr val="tx1"/>
                </a:solidFill>
              </a:rPr>
              <a:t>3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생성된 사원의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객체수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:3</a:t>
            </a: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계속하려면 아무 키나 누르십시오 </a:t>
            </a:r>
            <a:r>
              <a:rPr lang="en-US" altLang="ko-KR" sz="1600" dirty="0" smtClean="0">
                <a:solidFill>
                  <a:schemeClr val="tx1"/>
                </a:solidFill>
              </a:rPr>
              <a:t>. . .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28" y="980728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실행결과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16016" y="314096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err="1" smtClean="0"/>
              <a:t>로직의</a:t>
            </a:r>
            <a:r>
              <a:rPr lang="ko-KR" altLang="en-US" dirty="0" smtClean="0"/>
              <a:t> 중요 알고리즘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3059832" y="3501008"/>
            <a:ext cx="5976664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solidFill>
                  <a:schemeClr val="tx1"/>
                </a:solidFill>
              </a:rPr>
              <a:t>1.</a:t>
            </a:r>
            <a:r>
              <a:rPr lang="ko-KR" altLang="en-US" sz="1600" dirty="0" smtClean="0">
                <a:solidFill>
                  <a:schemeClr val="tx1"/>
                </a:solidFill>
              </a:rPr>
              <a:t>먼저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생성할려고</a:t>
            </a:r>
            <a:r>
              <a:rPr lang="ko-KR" altLang="en-US" sz="1600" dirty="0" smtClean="0">
                <a:solidFill>
                  <a:schemeClr val="tx1"/>
                </a:solidFill>
              </a:rPr>
              <a:t> 하는 객체의 수를 실행시점에서 입력한다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2.</a:t>
            </a:r>
            <a:r>
              <a:rPr lang="ko-KR" altLang="en-US" sz="1600" dirty="0" smtClean="0">
                <a:solidFill>
                  <a:schemeClr val="tx1"/>
                </a:solidFill>
              </a:rPr>
              <a:t>생성하고자 하는 객체는 </a:t>
            </a:r>
            <a:r>
              <a:rPr lang="en-US" altLang="ko-KR" sz="1600" dirty="0" smtClean="0">
                <a:solidFill>
                  <a:schemeClr val="tx1"/>
                </a:solidFill>
              </a:rPr>
              <a:t>Employee[]..</a:t>
            </a:r>
            <a:r>
              <a:rPr lang="ko-KR" altLang="en-US" sz="1600" dirty="0" smtClean="0">
                <a:solidFill>
                  <a:schemeClr val="tx1"/>
                </a:solidFill>
              </a:rPr>
              <a:t>이때 사이즈는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실행때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ko-KR" altLang="en-US" sz="1600" dirty="0" smtClean="0">
                <a:solidFill>
                  <a:schemeClr val="tx1"/>
                </a:solidFill>
              </a:rPr>
              <a:t>입력한 값을 받아들인다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3.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실행때</a:t>
            </a:r>
            <a:r>
              <a:rPr lang="ko-KR" altLang="en-US" sz="1600" dirty="0" smtClean="0">
                <a:solidFill>
                  <a:schemeClr val="tx1"/>
                </a:solidFill>
              </a:rPr>
              <a:t> 입력한 개수만큼 </a:t>
            </a:r>
            <a:r>
              <a:rPr lang="en-US" altLang="ko-KR" sz="1600" dirty="0" smtClean="0">
                <a:solidFill>
                  <a:schemeClr val="tx1"/>
                </a:solidFill>
              </a:rPr>
              <a:t>Employee </a:t>
            </a:r>
            <a:r>
              <a:rPr lang="ko-KR" altLang="en-US" sz="1600" dirty="0" smtClean="0">
                <a:solidFill>
                  <a:schemeClr val="tx1"/>
                </a:solidFill>
              </a:rPr>
              <a:t>객체를 생성하고 생성된 객체의 수를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리턴하는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</a:rPr>
              <a:t>메소드를</a:t>
            </a:r>
            <a:r>
              <a:rPr lang="ko-KR" altLang="en-US" sz="1600" dirty="0" smtClean="0">
                <a:solidFill>
                  <a:schemeClr val="tx1"/>
                </a:solidFill>
              </a:rPr>
              <a:t> 구현한다</a:t>
            </a:r>
            <a:r>
              <a:rPr lang="en-US" altLang="ko-KR" sz="1600" dirty="0" smtClean="0">
                <a:solidFill>
                  <a:schemeClr val="tx1"/>
                </a:solidFill>
              </a:rPr>
              <a:t>.</a:t>
            </a:r>
          </a:p>
          <a:p>
            <a:r>
              <a:rPr lang="ko-KR" altLang="en-US" sz="1600" dirty="0" err="1" smtClean="0">
                <a:solidFill>
                  <a:schemeClr val="tx1"/>
                </a:solidFill>
              </a:rPr>
              <a:t>메소드는</a:t>
            </a:r>
            <a:r>
              <a:rPr lang="ko-KR" altLang="en-US" sz="1600" dirty="0" smtClean="0">
                <a:solidFill>
                  <a:schemeClr val="tx1"/>
                </a:solidFill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</a:rPr>
              <a:t>static 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지정하고 이름은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getEmpNum</a:t>
            </a:r>
            <a:r>
              <a:rPr lang="en-US" altLang="ko-KR" sz="1600" dirty="0" smtClean="0">
                <a:solidFill>
                  <a:schemeClr val="tx1"/>
                </a:solidFill>
              </a:rPr>
              <a:t>()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한다 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6"/>
          <p:cNvSpPr txBox="1">
            <a:spLocks noGrp="1" noChangeArrowheads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B0E7D28E-FF79-456F-AA08-E0617528E3A6}" type="slidenum">
              <a:rPr lang="en-US" altLang="ko-KR" sz="1200" b="0"/>
              <a:pPr algn="ctr"/>
              <a:t>3</a:t>
            </a:fld>
            <a:r>
              <a:rPr lang="en-US" altLang="ko-KR" sz="1200" b="0"/>
              <a:t> -</a:t>
            </a:r>
          </a:p>
        </p:txBody>
      </p:sp>
      <p:sp>
        <p:nvSpPr>
          <p:cNvPr id="14338" name="Slide Number Placeholder 1"/>
          <p:cNvSpPr txBox="1">
            <a:spLocks noGrp="1"/>
          </p:cNvSpPr>
          <p:nvPr/>
        </p:nvSpPr>
        <p:spPr bwMode="auto">
          <a:xfrm>
            <a:off x="3500438" y="65246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altLang="ko-KR" sz="1200" b="0"/>
              <a:t>- </a:t>
            </a:r>
            <a:fld id="{84906F90-9ADF-48DB-95E3-1AD786B06328}" type="slidenum">
              <a:rPr lang="en-US" altLang="ko-KR" sz="1200" b="0"/>
              <a:pPr algn="ctr"/>
              <a:t>3</a:t>
            </a:fld>
            <a:r>
              <a:rPr lang="en-US" altLang="ko-KR" sz="1200" b="0"/>
              <a:t> -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07504" y="260350"/>
            <a:ext cx="8856984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marL="381000" indent="-381000"/>
            <a:r>
              <a:rPr kumimoji="0" lang="en-US" altLang="ko-KR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II.SELF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kumimoji="0" lang="ko-KR" altLang="en-US" sz="2000" dirty="0" err="1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메소드</a:t>
            </a:r>
            <a:r>
              <a:rPr kumimoji="0" lang="ko-KR" altLang="en-US" sz="20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오버로딩을 이용한 알고리즘 </a:t>
            </a:r>
            <a:r>
              <a:rPr kumimoji="0" lang="en-US" altLang="ko-KR" sz="2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0" lang="en-US" altLang="ko-KR" sz="16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RectTest.java</a:t>
            </a:r>
            <a:endParaRPr kumimoji="0" lang="en-US" altLang="ko-KR" sz="24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79512" y="908720"/>
            <a:ext cx="864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0" dirty="0" smtClean="0"/>
              <a:t>class </a:t>
            </a:r>
            <a:r>
              <a:rPr lang="en-US" altLang="ko-KR" sz="1400" b="0" dirty="0" err="1" smtClean="0"/>
              <a:t>Rect</a:t>
            </a:r>
            <a:r>
              <a:rPr lang="en-US" altLang="ko-KR" sz="1400" b="0" dirty="0" smtClean="0"/>
              <a:t>{</a:t>
            </a:r>
          </a:p>
          <a:p>
            <a:r>
              <a:rPr lang="en-US" altLang="ko-KR" sz="1400" b="0" dirty="0" smtClean="0"/>
              <a:t>	//static final </a:t>
            </a:r>
            <a:r>
              <a:rPr lang="en-US" altLang="ko-KR" sz="1400" b="0" dirty="0" err="1" smtClean="0"/>
              <a:t>int</a:t>
            </a:r>
            <a:r>
              <a:rPr lang="en-US" altLang="ko-KR" sz="1400" b="0" dirty="0" smtClean="0"/>
              <a:t> BASE_ZISE = 3;</a:t>
            </a:r>
          </a:p>
          <a:p>
            <a:r>
              <a:rPr lang="en-US" altLang="ko-KR" sz="1400" b="0" dirty="0" smtClean="0"/>
              <a:t>	public void </a:t>
            </a:r>
            <a:r>
              <a:rPr lang="en-US" altLang="ko-KR" sz="1400" dirty="0" smtClean="0"/>
              <a:t>meth(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base</a:t>
            </a:r>
            <a:r>
              <a:rPr lang="en-US" altLang="ko-KR" sz="1400" b="0" dirty="0" smtClean="0"/>
              <a:t>){</a:t>
            </a:r>
          </a:p>
          <a:p>
            <a:r>
              <a:rPr lang="en-US" altLang="ko-KR" sz="1400" b="0" dirty="0" smtClean="0"/>
              <a:t>		</a:t>
            </a:r>
            <a:r>
              <a:rPr lang="en-US" altLang="ko-KR" sz="1400" b="0" dirty="0" err="1" smtClean="0"/>
              <a:t>System.out.println</a:t>
            </a:r>
            <a:r>
              <a:rPr lang="en-US" altLang="ko-KR" sz="1400" b="0" dirty="0" smtClean="0"/>
              <a:t>("</a:t>
            </a:r>
            <a:r>
              <a:rPr lang="ko-KR" altLang="en-US" sz="1400" b="0" dirty="0" smtClean="0"/>
              <a:t>정사각형의 넓이 </a:t>
            </a:r>
            <a:r>
              <a:rPr lang="en-US" altLang="ko-KR" sz="1400" b="0" dirty="0" smtClean="0"/>
              <a:t>: "+ base * base);</a:t>
            </a:r>
          </a:p>
          <a:p>
            <a:r>
              <a:rPr lang="en-US" altLang="ko-KR" sz="1400" b="0" dirty="0" smtClean="0"/>
              <a:t>	}</a:t>
            </a:r>
          </a:p>
          <a:p>
            <a:r>
              <a:rPr lang="en-US" altLang="ko-KR" sz="1400" b="0" dirty="0" smtClean="0"/>
              <a:t>	public void </a:t>
            </a:r>
            <a:r>
              <a:rPr lang="en-US" altLang="ko-KR" sz="1400" dirty="0" smtClean="0"/>
              <a:t>meth(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base,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height</a:t>
            </a:r>
            <a:r>
              <a:rPr lang="en-US" altLang="ko-KR" sz="1400" b="0" dirty="0" smtClean="0"/>
              <a:t>){</a:t>
            </a:r>
          </a:p>
          <a:p>
            <a:r>
              <a:rPr lang="en-US" altLang="ko-KR" sz="1400" b="0" dirty="0" smtClean="0"/>
              <a:t>		</a:t>
            </a:r>
            <a:r>
              <a:rPr lang="en-US" altLang="ko-KR" sz="1400" b="0" dirty="0" err="1" smtClean="0"/>
              <a:t>System.out.println</a:t>
            </a:r>
            <a:r>
              <a:rPr lang="en-US" altLang="ko-KR" sz="1400" b="0" dirty="0" smtClean="0"/>
              <a:t>("</a:t>
            </a:r>
            <a:r>
              <a:rPr lang="ko-KR" altLang="en-US" sz="1400" b="0" dirty="0" smtClean="0"/>
              <a:t>직사각형의 넓이 </a:t>
            </a:r>
            <a:r>
              <a:rPr lang="en-US" altLang="ko-KR" sz="1400" b="0" dirty="0" smtClean="0"/>
              <a:t>: "+ base * height);</a:t>
            </a:r>
          </a:p>
          <a:p>
            <a:r>
              <a:rPr lang="en-US" altLang="ko-KR" sz="1400" b="0" dirty="0" smtClean="0"/>
              <a:t>	}</a:t>
            </a:r>
          </a:p>
          <a:p>
            <a:r>
              <a:rPr lang="en-US" altLang="ko-KR" sz="1400" b="0" dirty="0" smtClean="0"/>
              <a:t>	public void </a:t>
            </a:r>
            <a:r>
              <a:rPr lang="en-US" altLang="ko-KR" sz="1400" dirty="0" smtClean="0"/>
              <a:t>meth(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base,int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heigh</a:t>
            </a:r>
            <a:r>
              <a:rPr lang="en-US" altLang="ko-KR" sz="1400" dirty="0" smtClean="0"/>
              <a:t>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width</a:t>
            </a:r>
            <a:r>
              <a:rPr lang="en-US" altLang="ko-KR" sz="1400" b="0" dirty="0" smtClean="0"/>
              <a:t>){</a:t>
            </a:r>
          </a:p>
          <a:p>
            <a:r>
              <a:rPr lang="en-US" altLang="ko-KR" sz="1400" b="0" dirty="0" smtClean="0"/>
              <a:t>		</a:t>
            </a:r>
            <a:r>
              <a:rPr lang="en-US" altLang="ko-KR" sz="1400" b="0" dirty="0" err="1" smtClean="0"/>
              <a:t>System.out.println</a:t>
            </a:r>
            <a:r>
              <a:rPr lang="en-US" altLang="ko-KR" sz="1400" b="0" dirty="0" smtClean="0"/>
              <a:t>("</a:t>
            </a:r>
            <a:r>
              <a:rPr lang="ko-KR" altLang="en-US" sz="1400" b="0" dirty="0" smtClean="0"/>
              <a:t>정육면체의 넓이 </a:t>
            </a:r>
            <a:r>
              <a:rPr lang="en-US" altLang="ko-KR" sz="1400" b="0" dirty="0" smtClean="0"/>
              <a:t>: "+ base * </a:t>
            </a:r>
            <a:r>
              <a:rPr lang="en-US" altLang="ko-KR" sz="1400" b="0" dirty="0" err="1" smtClean="0"/>
              <a:t>heigh</a:t>
            </a:r>
            <a:r>
              <a:rPr lang="en-US" altLang="ko-KR" sz="1400" b="0" dirty="0" smtClean="0"/>
              <a:t> * width );</a:t>
            </a:r>
          </a:p>
          <a:p>
            <a:r>
              <a:rPr lang="en-US" altLang="ko-KR" sz="1400" b="0" dirty="0" smtClean="0"/>
              <a:t>	}</a:t>
            </a:r>
          </a:p>
          <a:p>
            <a:r>
              <a:rPr lang="en-US" altLang="ko-KR" sz="1400" b="0" dirty="0" smtClean="0"/>
              <a:t>}</a:t>
            </a:r>
            <a:endParaRPr lang="ko-KR" altLang="en-US" sz="1400" b="0" dirty="0"/>
          </a:p>
        </p:txBody>
      </p:sp>
      <p:sp>
        <p:nvSpPr>
          <p:cNvPr id="9" name="직사각형 8"/>
          <p:cNvSpPr/>
          <p:nvPr/>
        </p:nvSpPr>
        <p:spPr>
          <a:xfrm>
            <a:off x="287016" y="3645024"/>
            <a:ext cx="8749480" cy="26642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class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RectTest</a:t>
            </a:r>
            <a:r>
              <a:rPr lang="en-US" altLang="ko-KR" sz="1600" dirty="0" smtClean="0">
                <a:solidFill>
                  <a:schemeClr val="tx1"/>
                </a:solidFill>
              </a:rPr>
              <a:t>{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	public static void main(String[]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args</a:t>
            </a:r>
            <a:r>
              <a:rPr lang="en-US" altLang="ko-KR" sz="1600" dirty="0" smtClean="0">
                <a:solidFill>
                  <a:schemeClr val="tx1"/>
                </a:solidFill>
              </a:rPr>
              <a:t>) 	{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	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System.out.println</a:t>
            </a:r>
            <a:r>
              <a:rPr lang="en-US" altLang="ko-KR" sz="1600" dirty="0" smtClean="0">
                <a:solidFill>
                  <a:schemeClr val="tx1"/>
                </a:solidFill>
              </a:rPr>
              <a:t>("</a:t>
            </a:r>
            <a:r>
              <a:rPr lang="ko-KR" altLang="en-US" sz="1600" dirty="0" smtClean="0">
                <a:solidFill>
                  <a:schemeClr val="tx1"/>
                </a:solidFill>
              </a:rPr>
              <a:t>정사각형의 가로 길이는 </a:t>
            </a:r>
            <a:r>
              <a:rPr lang="en-US" altLang="ko-KR" sz="1600" dirty="0" smtClean="0">
                <a:solidFill>
                  <a:schemeClr val="tx1"/>
                </a:solidFill>
              </a:rPr>
              <a:t>3</a:t>
            </a:r>
            <a:r>
              <a:rPr lang="ko-KR" altLang="en-US" sz="1600" dirty="0" smtClean="0">
                <a:solidFill>
                  <a:schemeClr val="tx1"/>
                </a:solidFill>
              </a:rPr>
              <a:t>으로 지정되어 있습니다 </a:t>
            </a:r>
            <a:r>
              <a:rPr lang="en-US" altLang="ko-KR" sz="1600" dirty="0" smtClean="0">
                <a:solidFill>
                  <a:schemeClr val="tx1"/>
                </a:solidFill>
              </a:rPr>
              <a:t>^^");</a:t>
            </a:r>
          </a:p>
          <a:p>
            <a:r>
              <a:rPr lang="en-US" altLang="ko-KR" sz="1600" dirty="0" smtClean="0">
                <a:solidFill>
                  <a:schemeClr val="tx1"/>
                </a:solidFill>
              </a:rPr>
              <a:t>	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Rect</a:t>
            </a:r>
            <a:r>
              <a:rPr lang="en-US" altLang="ko-KR" sz="1600" dirty="0" smtClean="0">
                <a:solidFill>
                  <a:schemeClr val="tx1"/>
                </a:solidFill>
              </a:rPr>
              <a:t> r = new </a:t>
            </a:r>
            <a:r>
              <a:rPr lang="en-US" altLang="ko-KR" sz="1600" dirty="0" err="1" smtClean="0">
                <a:solidFill>
                  <a:schemeClr val="tx1"/>
                </a:solidFill>
              </a:rPr>
              <a:t>Rect</a:t>
            </a:r>
            <a:r>
              <a:rPr lang="en-US" altLang="ko-KR" sz="1600" dirty="0" smtClean="0">
                <a:solidFill>
                  <a:schemeClr val="tx1"/>
                </a:solidFill>
              </a:rPr>
              <a:t>();</a:t>
            </a: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//1.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1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</a:t>
            </a:r>
            <a:r>
              <a:rPr lang="ko-KR" altLang="en-US" sz="1600" dirty="0" smtClean="0">
                <a:solidFill>
                  <a:srgbClr val="C00000"/>
                </a:solidFill>
              </a:rPr>
              <a:t>정사각형 넓이를 구하는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로직</a:t>
            </a:r>
            <a:endParaRPr lang="en-US" altLang="ko-KR" sz="1600" dirty="0" smtClean="0">
              <a:solidFill>
                <a:srgbClr val="C00000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//2.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2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</a:t>
            </a:r>
            <a:r>
              <a:rPr lang="ko-KR" altLang="en-US" sz="1600" dirty="0" smtClean="0">
                <a:solidFill>
                  <a:srgbClr val="C00000"/>
                </a:solidFill>
              </a:rPr>
              <a:t>직사각형 넓이를 구하는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로직</a:t>
            </a:r>
            <a:endParaRPr lang="en-US" altLang="ko-KR" sz="1600" dirty="0" smtClean="0">
              <a:solidFill>
                <a:srgbClr val="C00000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//3.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3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</a:t>
            </a:r>
            <a:r>
              <a:rPr lang="ko-KR" altLang="en-US" sz="1600" dirty="0" smtClean="0">
                <a:solidFill>
                  <a:srgbClr val="C00000"/>
                </a:solidFill>
              </a:rPr>
              <a:t>정육면체 넓이를 구하는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로직</a:t>
            </a:r>
            <a:endParaRPr lang="en-US" altLang="ko-KR" sz="1600" dirty="0" smtClean="0">
              <a:solidFill>
                <a:srgbClr val="C00000"/>
              </a:solidFill>
            </a:endParaRPr>
          </a:p>
          <a:p>
            <a:r>
              <a:rPr lang="en-US" altLang="ko-KR" sz="1600" dirty="0" smtClean="0">
                <a:solidFill>
                  <a:srgbClr val="C00000"/>
                </a:solidFill>
              </a:rPr>
              <a:t>//4. 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</a:t>
            </a:r>
            <a:r>
              <a:rPr lang="en-US" altLang="ko-KR" sz="1600" dirty="0" smtClean="0">
                <a:solidFill>
                  <a:srgbClr val="C00000"/>
                </a:solidFill>
              </a:rPr>
              <a:t>0</a:t>
            </a:r>
            <a:r>
              <a:rPr lang="ko-KR" altLang="en-US" sz="1600" dirty="0" smtClean="0">
                <a:solidFill>
                  <a:srgbClr val="C00000"/>
                </a:solidFill>
              </a:rPr>
              <a:t>개면 </a:t>
            </a:r>
            <a:r>
              <a:rPr lang="en-US" altLang="ko-KR" sz="1600" dirty="0" smtClean="0">
                <a:solidFill>
                  <a:srgbClr val="C00000"/>
                </a:solidFill>
              </a:rPr>
              <a:t>: “</a:t>
            </a:r>
            <a:r>
              <a:rPr lang="ko-KR" altLang="en-US" sz="1600" dirty="0" smtClean="0">
                <a:solidFill>
                  <a:srgbClr val="C00000"/>
                </a:solidFill>
              </a:rPr>
              <a:t>매개변수가 없어서 사각형의 넓이를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구할수</a:t>
            </a:r>
            <a:r>
              <a:rPr lang="ko-KR" altLang="en-US" sz="1600" dirty="0" smtClean="0">
                <a:solidFill>
                  <a:srgbClr val="C00000"/>
                </a:solidFill>
              </a:rPr>
              <a:t> 없다는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멘트를</a:t>
            </a:r>
            <a:r>
              <a:rPr lang="ko-KR" altLang="en-US" sz="1600" dirty="0" smtClean="0">
                <a:solidFill>
                  <a:srgbClr val="C00000"/>
                </a:solidFill>
              </a:rPr>
              <a:t> 출력</a:t>
            </a:r>
            <a:r>
              <a:rPr lang="en-US" altLang="ko-KR" sz="1600" dirty="0" smtClean="0">
                <a:solidFill>
                  <a:srgbClr val="C00000"/>
                </a:solidFill>
              </a:rPr>
              <a:t>”</a:t>
            </a:r>
          </a:p>
          <a:p>
            <a:endParaRPr lang="en-US" altLang="ko-KR" sz="1600" dirty="0" smtClean="0">
              <a:solidFill>
                <a:srgbClr val="C00000"/>
              </a:solidFill>
            </a:endParaRPr>
          </a:p>
          <a:p>
            <a:endParaRPr lang="en-US" altLang="ko-KR" sz="1600" dirty="0" smtClean="0">
              <a:solidFill>
                <a:srgbClr val="C00000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en-US" altLang="ko-KR" sz="1600" dirty="0" smtClean="0">
              <a:solidFill>
                <a:schemeClr val="tx1"/>
              </a:solidFill>
            </a:endParaRPr>
          </a:p>
          <a:p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6569</TotalTime>
  <Words>150</Words>
  <Application>Microsoft Office PowerPoint</Application>
  <PresentationFormat>화면 슬라이드 쇼(4:3)</PresentationFormat>
  <Paragraphs>63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기본 디자인</vt:lpstr>
      <vt:lpstr>슬라이드 1</vt:lpstr>
      <vt:lpstr>슬라이드 2</vt:lpstr>
      <vt:lpstr>슬라이드 3</vt:lpstr>
    </vt:vector>
  </TitlesOfParts>
  <Company>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giwan</dc:creator>
  <cp:lastModifiedBy>MASTER</cp:lastModifiedBy>
  <cp:revision>787</cp:revision>
  <dcterms:created xsi:type="dcterms:W3CDTF">2010-05-17T01:53:54Z</dcterms:created>
  <dcterms:modified xsi:type="dcterms:W3CDTF">2015-08-05T06:58:52Z</dcterms:modified>
</cp:coreProperties>
</file>