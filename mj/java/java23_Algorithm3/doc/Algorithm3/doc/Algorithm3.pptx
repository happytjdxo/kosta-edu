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24" r:id="rId2"/>
    <p:sldId id="541" r:id="rId3"/>
    <p:sldId id="539" r:id="rId4"/>
    <p:sldId id="542" r:id="rId5"/>
    <p:sldId id="543" r:id="rId6"/>
  </p:sldIdLst>
  <p:sldSz cx="9144000" cy="6858000" type="screen4x3"/>
  <p:notesSz cx="6743700" cy="98758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868" autoAdjust="0"/>
    <p:restoredTop sz="94660"/>
  </p:normalViewPr>
  <p:slideViewPr>
    <p:cSldViewPr>
      <p:cViewPr>
        <p:scale>
          <a:sx n="100" d="100"/>
          <a:sy n="100" d="100"/>
        </p:scale>
        <p:origin x="73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160" y="-102"/>
      </p:cViewPr>
      <p:guideLst>
        <p:guide orient="horz" pos="3110"/>
        <p:guide pos="212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2519" tIns="46259" rIns="92519" bIns="46259" rtlCol="0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21113" y="0"/>
            <a:ext cx="2921000" cy="493713"/>
          </a:xfrm>
          <a:prstGeom prst="rect">
            <a:avLst/>
          </a:prstGeom>
        </p:spPr>
        <p:txBody>
          <a:bodyPr vert="horz" lIns="92519" tIns="46259" rIns="92519" bIns="46259" rtlCol="0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FBBC8C4-BB65-4182-A998-2D5663B38224}" type="datetimeFigureOut">
              <a:rPr lang="ko-KR" altLang="en-US"/>
              <a:pPr>
                <a:defRPr/>
              </a:pPr>
              <a:t>2015-02-11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80538"/>
            <a:ext cx="2921000" cy="493712"/>
          </a:xfrm>
          <a:prstGeom prst="rect">
            <a:avLst/>
          </a:prstGeom>
        </p:spPr>
        <p:txBody>
          <a:bodyPr vert="horz" lIns="92519" tIns="46259" rIns="92519" bIns="46259" rtlCol="0" anchor="b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21113" y="9380538"/>
            <a:ext cx="2921000" cy="493712"/>
          </a:xfrm>
          <a:prstGeom prst="rect">
            <a:avLst/>
          </a:prstGeom>
        </p:spPr>
        <p:txBody>
          <a:bodyPr vert="horz" lIns="92519" tIns="46259" rIns="92519" bIns="46259" rtlCol="0" anchor="b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C96BBC4-5BF2-4815-9D3C-6AAAA747838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588" cy="493713"/>
          </a:xfrm>
          <a:prstGeom prst="rect">
            <a:avLst/>
          </a:prstGeom>
        </p:spPr>
        <p:txBody>
          <a:bodyPr vert="horz" lIns="92514" tIns="46256" rIns="92514" bIns="46256" rtlCol="0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2588" cy="493713"/>
          </a:xfrm>
          <a:prstGeom prst="rect">
            <a:avLst/>
          </a:prstGeom>
        </p:spPr>
        <p:txBody>
          <a:bodyPr vert="horz" lIns="92514" tIns="46256" rIns="92514" bIns="46256" rtlCol="0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B28417D-CAC9-4BF8-A234-ABFF78EF9C01}" type="datetimeFigureOut">
              <a:rPr lang="en-US"/>
              <a:pPr>
                <a:defRPr/>
              </a:pPr>
              <a:t>2/11/2015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7125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14" tIns="46256" rIns="92514" bIns="46256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91063"/>
            <a:ext cx="5394325" cy="4443412"/>
          </a:xfrm>
          <a:prstGeom prst="rect">
            <a:avLst/>
          </a:prstGeom>
        </p:spPr>
        <p:txBody>
          <a:bodyPr vert="horz" lIns="92514" tIns="46256" rIns="92514" bIns="46256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80538"/>
            <a:ext cx="2922588" cy="493712"/>
          </a:xfrm>
          <a:prstGeom prst="rect">
            <a:avLst/>
          </a:prstGeom>
        </p:spPr>
        <p:txBody>
          <a:bodyPr vert="horz" lIns="92514" tIns="46256" rIns="92514" bIns="46256" rtlCol="0" anchor="b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80538"/>
            <a:ext cx="2922588" cy="493712"/>
          </a:xfrm>
          <a:prstGeom prst="rect">
            <a:avLst/>
          </a:prstGeom>
        </p:spPr>
        <p:txBody>
          <a:bodyPr vert="horz" lIns="92514" tIns="46256" rIns="92514" bIns="46256" rtlCol="0" anchor="b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099BE07-54E0-49A2-8E04-C755B6222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B9E23DE4-996C-4448-8EAE-4D2D1FCF7F2C}" type="datetime1">
              <a:rPr lang="ko-KR" altLang="en-US"/>
              <a:pPr>
                <a:defRPr/>
              </a:pPr>
              <a:t>2015-02-11</a:t>
            </a:fld>
            <a:endParaRPr lang="en-US" altLang="ko-K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3DEB6-234D-4355-BC5A-468B2CBD89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9563" y="6392863"/>
            <a:ext cx="12144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"/>
          <p:cNvSpPr/>
          <p:nvPr userDrawn="1"/>
        </p:nvSpPr>
        <p:spPr>
          <a:xfrm>
            <a:off x="0" y="785794"/>
            <a:ext cx="9144000" cy="71438"/>
          </a:xfrm>
          <a:prstGeom prst="rect">
            <a:avLst/>
          </a:prstGeom>
          <a:gradFill flip="none" rotWithShape="1">
            <a:gsLst>
              <a:gs pos="0">
                <a:srgbClr val="92D050">
                  <a:alpha val="56000"/>
                </a:srgbClr>
              </a:gs>
              <a:gs pos="50000">
                <a:srgbClr val="9CB86E"/>
              </a:gs>
              <a:gs pos="100000">
                <a:srgbClr val="156B1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0"/>
          </a:p>
        </p:txBody>
      </p:sp>
      <p:cxnSp>
        <p:nvCxnSpPr>
          <p:cNvPr id="5" name="Straight Connector 2"/>
          <p:cNvCxnSpPr/>
          <p:nvPr userDrawn="1"/>
        </p:nvCxnSpPr>
        <p:spPr>
          <a:xfrm>
            <a:off x="0" y="6357938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 sz="1200"/>
            </a:lvl1pPr>
          </a:lstStyle>
          <a:p>
            <a:pPr>
              <a:defRPr/>
            </a:pPr>
            <a:r>
              <a:rPr lang="en-US" altLang="ko-KR"/>
              <a:t>- </a:t>
            </a:r>
            <a:fld id="{10098F42-2031-4F6F-A392-FDD52C86B218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4F93A4F1-6604-4ECA-8715-A9F2E661BB2B}" type="datetime1">
              <a:rPr lang="ko-KR" altLang="en-US"/>
              <a:pPr>
                <a:defRPr/>
              </a:pPr>
              <a:t>2015-02-11</a:t>
            </a:fld>
            <a:endParaRPr lang="en-US" altLang="ko-K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93C23-D218-4FAD-B8B7-7A78E337CA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2A0CD909-9C6A-4D90-A406-3AA56D4702B9}" type="datetime1">
              <a:rPr lang="ko-KR" altLang="en-US"/>
              <a:pPr>
                <a:defRPr/>
              </a:pPr>
              <a:t>2015-02-11</a:t>
            </a:fld>
            <a:endParaRPr lang="en-US" altLang="ko-K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22D6C-D635-4E22-BCE6-FAD5C0415A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9F4974EB-3CC7-47BE-98BC-EB1D8074F788}" type="datetime1">
              <a:rPr lang="ko-KR" altLang="en-US"/>
              <a:pPr>
                <a:defRPr/>
              </a:pPr>
              <a:t>2015-02-11</a:t>
            </a:fld>
            <a:endParaRPr lang="en-US" altLang="ko-KR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C6573-0954-47D6-A0A6-5847C1E853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980AD349-50DB-4FB2-91B6-0FD801BDD1CE}" type="datetime1">
              <a:rPr lang="ko-KR" altLang="en-US"/>
              <a:pPr>
                <a:defRPr/>
              </a:pPr>
              <a:t>2015-02-11</a:t>
            </a:fld>
            <a:endParaRPr lang="en-US" altLang="ko-KR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2629B-FD16-4C3E-9A4A-C6D8CAA5BD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627E9829-BD7E-4062-B2EB-A81BE76CE4CB}" type="datetime1">
              <a:rPr lang="ko-KR" altLang="en-US"/>
              <a:pPr>
                <a:defRPr/>
              </a:pPr>
              <a:t>2015-02-11</a:t>
            </a:fld>
            <a:endParaRPr lang="en-US" altLang="ko-KR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F349F-950D-4501-B803-56E0B2BD17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929563" y="6392863"/>
            <a:ext cx="12144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9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6467475"/>
            <a:ext cx="12858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10"/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0" y="0"/>
            <a:ext cx="91440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500438" y="6524625"/>
            <a:ext cx="2133600" cy="476250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- </a:t>
            </a:r>
            <a:fld id="{56236824-FA34-4C54-8C72-7583E0FEED0A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smtClean="0">
                <a:latin typeface="굴림" charset="-127"/>
                <a:ea typeface="굴림" charset="-127"/>
              </a:rPr>
              <a:t>- </a:t>
            </a:r>
            <a:fld id="{CDA3FF46-512D-4A93-9136-0F6212C529EB}" type="slidenum">
              <a:rPr lang="en-US" altLang="ko-KR" smtClean="0">
                <a:latin typeface="굴림" charset="-127"/>
                <a:ea typeface="굴림" charset="-127"/>
              </a:rPr>
              <a:pPr/>
              <a:t>1</a:t>
            </a:fld>
            <a:r>
              <a:rPr lang="en-US" altLang="ko-KR" smtClean="0">
                <a:latin typeface="굴림" charset="-127"/>
                <a:ea typeface="굴림" charset="-127"/>
              </a:rPr>
              <a:t> -</a:t>
            </a:r>
          </a:p>
        </p:txBody>
      </p:sp>
      <p:sp>
        <p:nvSpPr>
          <p:cNvPr id="11266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D40587F9-B755-44E6-8E33-873459B94EA0}" type="slidenum">
              <a:rPr lang="en-US" altLang="ko-KR" sz="1200" b="0"/>
              <a:pPr algn="ctr"/>
              <a:t>1</a:t>
            </a:fld>
            <a:r>
              <a:rPr lang="en-US" altLang="ko-KR" sz="1200" b="0"/>
              <a:t> -</a:t>
            </a:r>
          </a:p>
        </p:txBody>
      </p:sp>
      <p:pic>
        <p:nvPicPr>
          <p:cNvPr id="11267" name="Picture 12" descr="Picture1.jpg"/>
          <p:cNvPicPr>
            <a:picLocks noChangeAspect="1"/>
          </p:cNvPicPr>
          <p:nvPr/>
        </p:nvPicPr>
        <p:blipFill>
          <a:blip r:embed="rId2" cstate="print"/>
          <a:srcRect b="2754"/>
          <a:stretch>
            <a:fillRect/>
          </a:stretch>
        </p:blipFill>
        <p:spPr bwMode="auto">
          <a:xfrm>
            <a:off x="6350" y="188913"/>
            <a:ext cx="9137650" cy="666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re 1"/>
          <p:cNvSpPr txBox="1">
            <a:spLocks/>
          </p:cNvSpPr>
          <p:nvPr/>
        </p:nvSpPr>
        <p:spPr bwMode="auto">
          <a:xfrm>
            <a:off x="1711325" y="908721"/>
            <a:ext cx="5929313" cy="1918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0">
              <a:lnSpc>
                <a:spcPct val="150000"/>
              </a:lnSpc>
            </a:pPr>
            <a:endParaRPr kumimoji="0" lang="ko-KR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0" lang="en-US" altLang="ko-KR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s</a:t>
            </a:r>
            <a:r>
              <a:rPr kumimoji="0" lang="en-US" altLang="ko-KR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tatic, Constructor, Array, Exception</a:t>
            </a:r>
            <a:endParaRPr kumimoji="0" lang="en-US" altLang="ko-KR" sz="24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0" lang="ko-KR" alt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알고리즘 </a:t>
            </a:r>
            <a:r>
              <a:rPr kumimoji="0" lang="ko-KR" altLang="en-US" sz="24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로직</a:t>
            </a:r>
            <a:r>
              <a:rPr kumimoji="0" lang="ko-KR" altLang="en-US" sz="240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0" lang="en-US" altLang="ko-KR" sz="240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–</a:t>
            </a:r>
            <a:endParaRPr kumimoji="0" lang="en-US" altLang="ko-KR" sz="24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kumimoji="0" lang="fr-FR" altLang="ko-KR" sz="24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69" name="Picture 2" descr="http://o3d.googlecode.com/svn/trunk/samples/assets/androi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2075" y="5572125"/>
            <a:ext cx="88582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Slide Number Placeholder 6"/>
          <p:cNvSpPr txBox="1">
            <a:spLocks/>
          </p:cNvSpPr>
          <p:nvPr/>
        </p:nvSpPr>
        <p:spPr bwMode="auto">
          <a:xfrm>
            <a:off x="3497263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708E5775-EFDF-4B6C-9FCE-8C3C8162CDFC}" type="slidenum">
              <a:rPr lang="en-US" altLang="ko-KR" sz="1200" b="0"/>
              <a:pPr algn="ctr"/>
              <a:t>1</a:t>
            </a:fld>
            <a:r>
              <a:rPr lang="en-US" altLang="ko-KR" sz="1200" b="0"/>
              <a:t> -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514906" y="5013176"/>
            <a:ext cx="2496196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kumimoji="0" lang="en-US" altLang="ko-KR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Ha </a:t>
            </a:r>
            <a:r>
              <a:rPr kumimoji="0" lang="en-US" altLang="ko-KR" sz="24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Seung</a:t>
            </a:r>
            <a:r>
              <a:rPr kumimoji="0" lang="en-US" altLang="ko-KR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Hyun</a:t>
            </a:r>
            <a:endParaRPr kumimoji="0"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 txBox="1">
            <a:spLocks noGrp="1" noChangeArrowheads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B0E7D28E-FF79-456F-AA08-E0617528E3A6}" type="slidenum">
              <a:rPr lang="en-US" altLang="ko-KR" sz="1200" b="0"/>
              <a:pPr algn="ctr"/>
              <a:t>2</a:t>
            </a:fld>
            <a:r>
              <a:rPr lang="en-US" altLang="ko-KR" sz="1200" b="0"/>
              <a:t> -</a:t>
            </a:r>
          </a:p>
        </p:txBody>
      </p:sp>
      <p:sp>
        <p:nvSpPr>
          <p:cNvPr id="14338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84906F90-9ADF-48DB-95E3-1AD786B06328}" type="slidenum">
              <a:rPr lang="en-US" altLang="ko-KR" sz="1200" b="0"/>
              <a:pPr algn="ctr"/>
              <a:t>2</a:t>
            </a:fld>
            <a:r>
              <a:rPr lang="en-US" altLang="ko-KR" sz="1200" b="0"/>
              <a:t> -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260350"/>
            <a:ext cx="8964488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81000" indent="-381000"/>
            <a:r>
              <a:rPr kumimoji="0" lang="en-US" altLang="ko-KR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I.SELF </a:t>
            </a:r>
            <a:r>
              <a:rPr kumimoji="0" lang="en-US" altLang="ko-KR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: for</a:t>
            </a:r>
            <a:r>
              <a:rPr kumimoji="0" lang="ko-KR" altLang="en-US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문을 이용해서 생성한 객체의 숫자 출력하기 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EmployeeCount.java</a:t>
            </a:r>
            <a:endParaRPr kumimoji="0" lang="en-US" altLang="ko-KR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23528" y="1340768"/>
            <a:ext cx="3672408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사원 객체 생성 </a:t>
            </a:r>
            <a:r>
              <a:rPr lang="en-US" altLang="ko-KR" sz="1600" dirty="0" smtClean="0">
                <a:solidFill>
                  <a:schemeClr val="tx1"/>
                </a:solidFill>
              </a:rPr>
              <a:t>1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생성된 사원의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객체수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:1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사원 객체 생성 </a:t>
            </a:r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생성된 사원의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객체수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:2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사원 객체 생성 </a:t>
            </a:r>
            <a:r>
              <a:rPr lang="en-US" altLang="ko-KR" sz="1600" dirty="0" smtClean="0">
                <a:solidFill>
                  <a:schemeClr val="tx1"/>
                </a:solidFill>
              </a:rPr>
              <a:t>3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생성된 사원의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객체수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:3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계속하려면 아무 키나 누르십시오 </a:t>
            </a:r>
            <a:r>
              <a:rPr lang="en-US" altLang="ko-KR" sz="1600" dirty="0" smtClean="0">
                <a:solidFill>
                  <a:schemeClr val="tx1"/>
                </a:solidFill>
              </a:rPr>
              <a:t>. . .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98072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실행결과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16016" y="314096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중요 알고리즘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059832" y="3501008"/>
            <a:ext cx="5976664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chemeClr val="tx1"/>
                </a:solidFill>
              </a:rPr>
              <a:t>1.</a:t>
            </a:r>
            <a:r>
              <a:rPr lang="ko-KR" altLang="en-US" sz="1600" dirty="0" smtClean="0">
                <a:solidFill>
                  <a:schemeClr val="tx1"/>
                </a:solidFill>
              </a:rPr>
              <a:t>먼저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생성할려고</a:t>
            </a:r>
            <a:r>
              <a:rPr lang="ko-KR" altLang="en-US" sz="1600" dirty="0" smtClean="0">
                <a:solidFill>
                  <a:schemeClr val="tx1"/>
                </a:solidFill>
              </a:rPr>
              <a:t> 하는 객체의 수를 실행시점에서 입력한다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2.</a:t>
            </a:r>
            <a:r>
              <a:rPr lang="ko-KR" altLang="en-US" sz="1600" dirty="0" smtClean="0">
                <a:solidFill>
                  <a:schemeClr val="tx1"/>
                </a:solidFill>
              </a:rPr>
              <a:t>생성하고자 하는 객체는 </a:t>
            </a:r>
            <a:r>
              <a:rPr lang="en-US" altLang="ko-KR" sz="1600" dirty="0" smtClean="0">
                <a:solidFill>
                  <a:schemeClr val="tx1"/>
                </a:solidFill>
              </a:rPr>
              <a:t>Employee[]..</a:t>
            </a:r>
            <a:r>
              <a:rPr lang="ko-KR" altLang="en-US" sz="1600" dirty="0" smtClean="0">
                <a:solidFill>
                  <a:schemeClr val="tx1"/>
                </a:solidFill>
              </a:rPr>
              <a:t>이때 사이즈는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실행때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입력한 값을 받아들인다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3.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실행때</a:t>
            </a:r>
            <a:r>
              <a:rPr lang="ko-KR" altLang="en-US" sz="1600" dirty="0" smtClean="0">
                <a:solidFill>
                  <a:schemeClr val="tx1"/>
                </a:solidFill>
              </a:rPr>
              <a:t> 입력한 개수만큼 </a:t>
            </a:r>
            <a:r>
              <a:rPr lang="en-US" altLang="ko-KR" sz="1600" dirty="0" smtClean="0">
                <a:solidFill>
                  <a:schemeClr val="tx1"/>
                </a:solidFill>
              </a:rPr>
              <a:t>Employee </a:t>
            </a:r>
            <a:r>
              <a:rPr lang="ko-KR" altLang="en-US" sz="1600" dirty="0" smtClean="0">
                <a:solidFill>
                  <a:schemeClr val="tx1"/>
                </a:solidFill>
              </a:rPr>
              <a:t>객체를 생성하고 생성된 객체의 수를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리턴하는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메소드를</a:t>
            </a:r>
            <a:r>
              <a:rPr lang="ko-KR" altLang="en-US" sz="1600" dirty="0" smtClean="0">
                <a:solidFill>
                  <a:schemeClr val="tx1"/>
                </a:solidFill>
              </a:rPr>
              <a:t> 구현한다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600" dirty="0" err="1" smtClean="0">
                <a:solidFill>
                  <a:schemeClr val="tx1"/>
                </a:solidFill>
              </a:rPr>
              <a:t>메소드는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static 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지정하고 이름은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getEmpNum</a:t>
            </a:r>
            <a:r>
              <a:rPr lang="en-US" altLang="ko-KR" sz="1600" dirty="0" smtClean="0">
                <a:solidFill>
                  <a:schemeClr val="tx1"/>
                </a:solidFill>
              </a:rPr>
              <a:t>()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한다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 txBox="1">
            <a:spLocks noGrp="1" noChangeArrowheads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B0E7D28E-FF79-456F-AA08-E0617528E3A6}" type="slidenum">
              <a:rPr lang="en-US" altLang="ko-KR" sz="1200" b="0"/>
              <a:pPr algn="ctr"/>
              <a:t>3</a:t>
            </a:fld>
            <a:r>
              <a:rPr lang="en-US" altLang="ko-KR" sz="1200" b="0"/>
              <a:t> -</a:t>
            </a:r>
          </a:p>
        </p:txBody>
      </p:sp>
      <p:sp>
        <p:nvSpPr>
          <p:cNvPr id="14338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84906F90-9ADF-48DB-95E3-1AD786B06328}" type="slidenum">
              <a:rPr lang="en-US" altLang="ko-KR" sz="1200" b="0"/>
              <a:pPr algn="ctr"/>
              <a:t>3</a:t>
            </a:fld>
            <a:r>
              <a:rPr lang="en-US" altLang="ko-KR" sz="1200" b="0"/>
              <a:t> -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7504" y="260350"/>
            <a:ext cx="8856984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81000" indent="-381000"/>
            <a:r>
              <a:rPr kumimoji="0" lang="en-US" altLang="ko-KR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II.SELF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sz="2000" dirty="0" err="1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메소드</a:t>
            </a:r>
            <a:r>
              <a:rPr kumimoji="0" lang="ko-KR" altLang="en-US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오버로딩을 이용한 알고리즘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sz="16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RectTest.java</a:t>
            </a:r>
            <a:endParaRPr kumimoji="0" lang="en-US" altLang="ko-KR" sz="24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9512" y="908720"/>
            <a:ext cx="864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0" dirty="0" smtClean="0"/>
              <a:t>class </a:t>
            </a:r>
            <a:r>
              <a:rPr lang="en-US" altLang="ko-KR" sz="1400" b="0" dirty="0" err="1" smtClean="0"/>
              <a:t>Rect</a:t>
            </a:r>
            <a:r>
              <a:rPr lang="en-US" altLang="ko-KR" sz="1400" b="0" dirty="0" smtClean="0"/>
              <a:t>{</a:t>
            </a:r>
          </a:p>
          <a:p>
            <a:r>
              <a:rPr lang="en-US" altLang="ko-KR" sz="1400" b="0" dirty="0" smtClean="0"/>
              <a:t>	//static final </a:t>
            </a:r>
            <a:r>
              <a:rPr lang="en-US" altLang="ko-KR" sz="1400" b="0" dirty="0" err="1" smtClean="0"/>
              <a:t>int</a:t>
            </a:r>
            <a:r>
              <a:rPr lang="en-US" altLang="ko-KR" sz="1400" b="0" dirty="0" smtClean="0"/>
              <a:t> BASE_ZISE = 3;</a:t>
            </a:r>
          </a:p>
          <a:p>
            <a:r>
              <a:rPr lang="en-US" altLang="ko-KR" sz="1400" b="0" dirty="0" smtClean="0"/>
              <a:t>	public void </a:t>
            </a:r>
            <a:r>
              <a:rPr lang="en-US" altLang="ko-KR" sz="1400" dirty="0" smtClean="0"/>
              <a:t>meth(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base</a:t>
            </a:r>
            <a:r>
              <a:rPr lang="en-US" altLang="ko-KR" sz="1400" b="0" dirty="0" smtClean="0"/>
              <a:t>){</a:t>
            </a:r>
          </a:p>
          <a:p>
            <a:r>
              <a:rPr lang="en-US" altLang="ko-KR" sz="1400" b="0" dirty="0" smtClean="0"/>
              <a:t>		</a:t>
            </a:r>
            <a:r>
              <a:rPr lang="en-US" altLang="ko-KR" sz="1400" b="0" dirty="0" err="1" smtClean="0"/>
              <a:t>System.out.println</a:t>
            </a:r>
            <a:r>
              <a:rPr lang="en-US" altLang="ko-KR" sz="1400" b="0" dirty="0" smtClean="0"/>
              <a:t>("</a:t>
            </a:r>
            <a:r>
              <a:rPr lang="ko-KR" altLang="en-US" sz="1400" b="0" dirty="0" smtClean="0"/>
              <a:t>정사각형의 넓이 </a:t>
            </a:r>
            <a:r>
              <a:rPr lang="en-US" altLang="ko-KR" sz="1400" b="0" dirty="0" smtClean="0"/>
              <a:t>: "+ base * base);</a:t>
            </a:r>
          </a:p>
          <a:p>
            <a:r>
              <a:rPr lang="en-US" altLang="ko-KR" sz="1400" b="0" dirty="0" smtClean="0"/>
              <a:t>	}</a:t>
            </a:r>
          </a:p>
          <a:p>
            <a:r>
              <a:rPr lang="en-US" altLang="ko-KR" sz="1400" b="0" dirty="0" smtClean="0"/>
              <a:t>	public void </a:t>
            </a:r>
            <a:r>
              <a:rPr lang="en-US" altLang="ko-KR" sz="1400" dirty="0" smtClean="0"/>
              <a:t>meth(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base,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height</a:t>
            </a:r>
            <a:r>
              <a:rPr lang="en-US" altLang="ko-KR" sz="1400" b="0" dirty="0" smtClean="0"/>
              <a:t>){</a:t>
            </a:r>
          </a:p>
          <a:p>
            <a:r>
              <a:rPr lang="en-US" altLang="ko-KR" sz="1400" b="0" dirty="0" smtClean="0"/>
              <a:t>		</a:t>
            </a:r>
            <a:r>
              <a:rPr lang="en-US" altLang="ko-KR" sz="1400" b="0" dirty="0" err="1" smtClean="0"/>
              <a:t>System.out.println</a:t>
            </a:r>
            <a:r>
              <a:rPr lang="en-US" altLang="ko-KR" sz="1400" b="0" dirty="0" smtClean="0"/>
              <a:t>("</a:t>
            </a:r>
            <a:r>
              <a:rPr lang="ko-KR" altLang="en-US" sz="1400" b="0" dirty="0" smtClean="0"/>
              <a:t>직사각형의 넓이 </a:t>
            </a:r>
            <a:r>
              <a:rPr lang="en-US" altLang="ko-KR" sz="1400" b="0" dirty="0" smtClean="0"/>
              <a:t>: "+ base * height);</a:t>
            </a:r>
          </a:p>
          <a:p>
            <a:r>
              <a:rPr lang="en-US" altLang="ko-KR" sz="1400" b="0" dirty="0" smtClean="0"/>
              <a:t>	}</a:t>
            </a:r>
          </a:p>
          <a:p>
            <a:r>
              <a:rPr lang="en-US" altLang="ko-KR" sz="1400" b="0" dirty="0" smtClean="0"/>
              <a:t>	public void </a:t>
            </a:r>
            <a:r>
              <a:rPr lang="en-US" altLang="ko-KR" sz="1400" dirty="0" smtClean="0"/>
              <a:t>meth(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base,int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heigh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width</a:t>
            </a:r>
            <a:r>
              <a:rPr lang="en-US" altLang="ko-KR" sz="1400" b="0" dirty="0" smtClean="0"/>
              <a:t>){</a:t>
            </a:r>
          </a:p>
          <a:p>
            <a:r>
              <a:rPr lang="en-US" altLang="ko-KR" sz="1400" b="0" dirty="0" smtClean="0"/>
              <a:t>		</a:t>
            </a:r>
            <a:r>
              <a:rPr lang="en-US" altLang="ko-KR" sz="1400" b="0" dirty="0" err="1" smtClean="0"/>
              <a:t>System.out.println</a:t>
            </a:r>
            <a:r>
              <a:rPr lang="en-US" altLang="ko-KR" sz="1400" b="0" dirty="0" smtClean="0"/>
              <a:t>("</a:t>
            </a:r>
            <a:r>
              <a:rPr lang="ko-KR" altLang="en-US" sz="1400" b="0" dirty="0" smtClean="0"/>
              <a:t>정육면체의 넓이 </a:t>
            </a:r>
            <a:r>
              <a:rPr lang="en-US" altLang="ko-KR" sz="1400" b="0" dirty="0" smtClean="0"/>
              <a:t>: "+ base * </a:t>
            </a:r>
            <a:r>
              <a:rPr lang="en-US" altLang="ko-KR" sz="1400" b="0" dirty="0" err="1" smtClean="0"/>
              <a:t>heigh</a:t>
            </a:r>
            <a:r>
              <a:rPr lang="en-US" altLang="ko-KR" sz="1400" b="0" dirty="0" smtClean="0"/>
              <a:t> * width );</a:t>
            </a:r>
          </a:p>
          <a:p>
            <a:r>
              <a:rPr lang="en-US" altLang="ko-KR" sz="1400" b="0" dirty="0" smtClean="0"/>
              <a:t>	}</a:t>
            </a:r>
          </a:p>
          <a:p>
            <a:r>
              <a:rPr lang="en-US" altLang="ko-KR" sz="1400" b="0" dirty="0" smtClean="0"/>
              <a:t>}</a:t>
            </a:r>
            <a:endParaRPr lang="ko-KR" altLang="en-US" sz="1400" b="0" dirty="0"/>
          </a:p>
        </p:txBody>
      </p:sp>
      <p:sp>
        <p:nvSpPr>
          <p:cNvPr id="9" name="직사각형 8"/>
          <p:cNvSpPr/>
          <p:nvPr/>
        </p:nvSpPr>
        <p:spPr>
          <a:xfrm>
            <a:off x="287016" y="3645024"/>
            <a:ext cx="8749480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class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RectTest</a:t>
            </a:r>
            <a:r>
              <a:rPr lang="en-US" altLang="ko-KR" sz="1600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	public static void main(String[]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args</a:t>
            </a:r>
            <a:r>
              <a:rPr lang="en-US" altLang="ko-KR" sz="1600" dirty="0" smtClean="0">
                <a:solidFill>
                  <a:schemeClr val="tx1"/>
                </a:solidFill>
              </a:rPr>
              <a:t>) 	{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	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System.out.println</a:t>
            </a:r>
            <a:r>
              <a:rPr lang="en-US" altLang="ko-KR" sz="1600" dirty="0" smtClean="0">
                <a:solidFill>
                  <a:schemeClr val="tx1"/>
                </a:solidFill>
              </a:rPr>
              <a:t>("</a:t>
            </a:r>
            <a:r>
              <a:rPr lang="ko-KR" altLang="en-US" sz="1600" dirty="0" smtClean="0">
                <a:solidFill>
                  <a:schemeClr val="tx1"/>
                </a:solidFill>
              </a:rPr>
              <a:t>정사각형의 가로 길이는 </a:t>
            </a:r>
            <a:r>
              <a:rPr lang="en-US" altLang="ko-KR" sz="1600" dirty="0" smtClean="0">
                <a:solidFill>
                  <a:schemeClr val="tx1"/>
                </a:solidFill>
              </a:rPr>
              <a:t>3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지정되어 있습니다 </a:t>
            </a:r>
            <a:r>
              <a:rPr lang="en-US" altLang="ko-KR" sz="1600" dirty="0" smtClean="0">
                <a:solidFill>
                  <a:schemeClr val="tx1"/>
                </a:solidFill>
              </a:rPr>
              <a:t>^^");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	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Rect</a:t>
            </a:r>
            <a:r>
              <a:rPr lang="en-US" altLang="ko-KR" sz="1600" dirty="0" smtClean="0">
                <a:solidFill>
                  <a:schemeClr val="tx1"/>
                </a:solidFill>
              </a:rPr>
              <a:t> r = new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Rect</a:t>
            </a:r>
            <a:r>
              <a:rPr lang="en-US" altLang="ko-KR" sz="1600" dirty="0" smtClean="0">
                <a:solidFill>
                  <a:schemeClr val="tx1"/>
                </a:solidFill>
              </a:rPr>
              <a:t>();</a:t>
            </a: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//1.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1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</a:t>
            </a:r>
            <a:r>
              <a:rPr lang="ko-KR" altLang="en-US" sz="1600" dirty="0" smtClean="0">
                <a:solidFill>
                  <a:srgbClr val="C00000"/>
                </a:solidFill>
              </a:rPr>
              <a:t>정사각형 넓이를 구하는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로직</a:t>
            </a:r>
            <a:endParaRPr lang="en-US" altLang="ko-KR" sz="1600" dirty="0" smtClean="0">
              <a:solidFill>
                <a:srgbClr val="C00000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//2.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2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</a:t>
            </a:r>
            <a:r>
              <a:rPr lang="ko-KR" altLang="en-US" sz="1600" dirty="0" smtClean="0">
                <a:solidFill>
                  <a:srgbClr val="C00000"/>
                </a:solidFill>
              </a:rPr>
              <a:t>직사각형 넓이를 구하는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로직</a:t>
            </a:r>
            <a:endParaRPr lang="en-US" altLang="ko-KR" sz="1600" dirty="0" smtClean="0">
              <a:solidFill>
                <a:srgbClr val="C00000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//3.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3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</a:t>
            </a:r>
            <a:r>
              <a:rPr lang="ko-KR" altLang="en-US" sz="1600" dirty="0" smtClean="0">
                <a:solidFill>
                  <a:srgbClr val="C00000"/>
                </a:solidFill>
              </a:rPr>
              <a:t>정육면체 넓이를 구하는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로직</a:t>
            </a:r>
            <a:endParaRPr lang="en-US" altLang="ko-KR" sz="1600" dirty="0" smtClean="0">
              <a:solidFill>
                <a:srgbClr val="C00000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//4.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0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“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없어서 사각형의 넓이를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구할수</a:t>
            </a:r>
            <a:r>
              <a:rPr lang="ko-KR" altLang="en-US" sz="1600" dirty="0" smtClean="0">
                <a:solidFill>
                  <a:srgbClr val="C00000"/>
                </a:solidFill>
              </a:rPr>
              <a:t> 없다는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멘트를</a:t>
            </a:r>
            <a:r>
              <a:rPr lang="ko-KR" altLang="en-US" sz="1600" dirty="0" smtClean="0">
                <a:solidFill>
                  <a:srgbClr val="C00000"/>
                </a:solidFill>
              </a:rPr>
              <a:t> 출력</a:t>
            </a:r>
            <a:r>
              <a:rPr lang="en-US" altLang="ko-KR" sz="1600" dirty="0" smtClean="0">
                <a:solidFill>
                  <a:srgbClr val="C00000"/>
                </a:solidFill>
              </a:rPr>
              <a:t>”</a:t>
            </a:r>
          </a:p>
          <a:p>
            <a:endParaRPr lang="en-US" altLang="ko-KR" sz="1600" dirty="0" smtClean="0">
              <a:solidFill>
                <a:srgbClr val="C00000"/>
              </a:solidFill>
            </a:endParaRPr>
          </a:p>
          <a:p>
            <a:endParaRPr lang="en-US" altLang="ko-KR" sz="1600" dirty="0" smtClean="0">
              <a:solidFill>
                <a:srgbClr val="C00000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 txBox="1">
            <a:spLocks noGrp="1" noChangeArrowheads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B0E7D28E-FF79-456F-AA08-E0617528E3A6}" type="slidenum">
              <a:rPr lang="en-US" altLang="ko-KR" sz="1200" b="0"/>
              <a:pPr algn="ctr"/>
              <a:t>4</a:t>
            </a:fld>
            <a:r>
              <a:rPr lang="en-US" altLang="ko-KR" sz="1200" b="0"/>
              <a:t> -</a:t>
            </a:r>
          </a:p>
        </p:txBody>
      </p:sp>
      <p:sp>
        <p:nvSpPr>
          <p:cNvPr id="14338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84906F90-9ADF-48DB-95E3-1AD786B06328}" type="slidenum">
              <a:rPr lang="en-US" altLang="ko-KR" sz="1200" b="0"/>
              <a:pPr algn="ctr"/>
              <a:t>4</a:t>
            </a:fld>
            <a:r>
              <a:rPr lang="en-US" altLang="ko-KR" sz="1200" b="0"/>
              <a:t> -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7504" y="260350"/>
            <a:ext cx="8856984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81000" indent="-381000"/>
            <a:r>
              <a:rPr kumimoji="0" lang="en-US" altLang="ko-KR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III.SELF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sz="2000" dirty="0" err="1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메소드</a:t>
            </a:r>
            <a:r>
              <a:rPr kumimoji="0" lang="ko-KR" altLang="en-US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오버로딩을 이용한 알고리즘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sz="16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MemberTest.java</a:t>
            </a:r>
            <a:endParaRPr kumimoji="0" lang="en-US" altLang="ko-KR" sz="24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9512" y="1268760"/>
            <a:ext cx="86409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sz="1400" dirty="0" err="1" smtClean="0"/>
              <a:t>실행클래스명</a:t>
            </a:r>
            <a:r>
              <a:rPr lang="ko-KR" altLang="ko-KR" sz="1400" dirty="0" smtClean="0"/>
              <a:t> : MemberTest)</a:t>
            </a:r>
          </a:p>
          <a:p>
            <a:r>
              <a:rPr lang="ko-KR" altLang="ko-KR" sz="1400" dirty="0" smtClean="0"/>
              <a:t>다음의 실행결과와 같이 출력하는 프로그램을 작성하세요</a:t>
            </a:r>
            <a:r>
              <a:rPr lang="en-US" altLang="ko-KR" sz="1400" dirty="0" smtClean="0"/>
              <a:t>.</a:t>
            </a:r>
            <a:endParaRPr lang="ko-KR" altLang="ko-KR" sz="1400" dirty="0" smtClean="0"/>
          </a:p>
          <a:p>
            <a:r>
              <a:rPr lang="en-US" altLang="ko-KR" sz="1400" dirty="0" smtClean="0"/>
              <a:t> </a:t>
            </a:r>
            <a:endParaRPr lang="ko-KR" altLang="ko-KR" sz="1400" dirty="0" smtClean="0"/>
          </a:p>
          <a:p>
            <a:r>
              <a:rPr lang="ko-KR" altLang="ko-KR" sz="1400" dirty="0" smtClean="0"/>
              <a:t>조건</a:t>
            </a:r>
            <a:r>
              <a:rPr lang="en-US" altLang="ko-KR" sz="1400" dirty="0" smtClean="0"/>
              <a:t> :</a:t>
            </a:r>
            <a:endParaRPr lang="ko-KR" altLang="ko-KR" sz="1400" dirty="0" smtClean="0"/>
          </a:p>
          <a:p>
            <a:pPr lvl="0"/>
            <a:r>
              <a:rPr lang="en-US" altLang="ko-KR" sz="1400" dirty="0" smtClean="0"/>
              <a:t>1.</a:t>
            </a:r>
            <a:r>
              <a:rPr lang="ko-KR" altLang="ko-KR" sz="1400" dirty="0" smtClean="0"/>
              <a:t>길이가</a:t>
            </a:r>
            <a:r>
              <a:rPr lang="en-US" altLang="ko-KR" sz="1400" dirty="0" smtClean="0"/>
              <a:t> 4</a:t>
            </a:r>
            <a:r>
              <a:rPr lang="ko-KR" altLang="ko-KR" sz="1400" dirty="0" smtClean="0"/>
              <a:t>인</a:t>
            </a:r>
            <a:r>
              <a:rPr lang="en-US" altLang="ko-KR" sz="1400" dirty="0" smtClean="0"/>
              <a:t> String </a:t>
            </a:r>
            <a:r>
              <a:rPr lang="ko-KR" altLang="ko-KR" sz="1400" dirty="0" smtClean="0"/>
              <a:t>배열에 차례대로 회원의 이름 </a:t>
            </a:r>
            <a:r>
              <a:rPr lang="en-US" altLang="ko-KR" sz="1400" dirty="0" smtClean="0"/>
              <a:t>“</a:t>
            </a:r>
            <a:r>
              <a:rPr lang="ko-KR" altLang="ko-KR" sz="1400" dirty="0" smtClean="0"/>
              <a:t>서현</a:t>
            </a:r>
            <a:r>
              <a:rPr lang="en-US" altLang="ko-KR" sz="1400" dirty="0" smtClean="0"/>
              <a:t>”,”</a:t>
            </a:r>
            <a:r>
              <a:rPr lang="ko-KR" altLang="ko-KR" sz="1400" dirty="0" smtClean="0"/>
              <a:t>유리</a:t>
            </a:r>
            <a:r>
              <a:rPr lang="en-US" altLang="ko-KR" sz="1400" dirty="0" smtClean="0"/>
              <a:t>”,”</a:t>
            </a:r>
            <a:r>
              <a:rPr lang="ko-KR" altLang="ko-KR" sz="1400" dirty="0" err="1" smtClean="0"/>
              <a:t>아이유</a:t>
            </a:r>
            <a:r>
              <a:rPr lang="en-US" altLang="ko-KR" sz="1400" dirty="0" smtClean="0"/>
              <a:t>”,”</a:t>
            </a:r>
            <a:r>
              <a:rPr lang="ko-KR" altLang="ko-KR" sz="1400" dirty="0" smtClean="0"/>
              <a:t>지나</a:t>
            </a:r>
            <a:r>
              <a:rPr lang="en-US" altLang="ko-KR" sz="1400" dirty="0" smtClean="0"/>
              <a:t>”</a:t>
            </a:r>
            <a:r>
              <a:rPr lang="ko-KR" altLang="ko-KR" sz="1400" dirty="0" smtClean="0"/>
              <a:t>가 저장되어 있습니다</a:t>
            </a:r>
            <a:endParaRPr lang="en-US" altLang="ko-KR" sz="1400" dirty="0" smtClean="0"/>
          </a:p>
          <a:p>
            <a:pPr lvl="0"/>
            <a:endParaRPr lang="ko-KR" altLang="ko-KR" sz="1400" dirty="0" smtClean="0"/>
          </a:p>
          <a:p>
            <a:pPr lvl="0"/>
            <a:r>
              <a:rPr lang="en-US" altLang="ko-KR" sz="1400" dirty="0" smtClean="0"/>
              <a:t>2.</a:t>
            </a:r>
            <a:r>
              <a:rPr lang="ko-KR" altLang="ko-KR" sz="1400" dirty="0" err="1" smtClean="0"/>
              <a:t>실행시</a:t>
            </a:r>
            <a:r>
              <a:rPr lang="ko-KR" altLang="ko-KR" sz="1400" dirty="0" smtClean="0"/>
              <a:t> </a:t>
            </a:r>
            <a:r>
              <a:rPr lang="ko-KR" altLang="ko-KR" sz="1400" dirty="0" err="1" smtClean="0"/>
              <a:t>입력받은</a:t>
            </a:r>
            <a:r>
              <a:rPr lang="ko-KR" altLang="ko-KR" sz="1400" dirty="0" smtClean="0"/>
              <a:t> 값이 만약에</a:t>
            </a:r>
            <a:r>
              <a:rPr lang="en-US" altLang="ko-KR" sz="1400" dirty="0" smtClean="0"/>
              <a:t> 1</a:t>
            </a:r>
            <a:r>
              <a:rPr lang="ko-KR" altLang="ko-KR" sz="1400" dirty="0" smtClean="0"/>
              <a:t>에서 저장된 회원의 이름이면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DuplicateNameException</a:t>
            </a:r>
            <a:r>
              <a:rPr lang="en-US" altLang="ko-KR" sz="1400" dirty="0" smtClean="0"/>
              <a:t> </a:t>
            </a:r>
            <a:r>
              <a:rPr lang="ko-KR" altLang="ko-KR" sz="1400" dirty="0" smtClean="0"/>
              <a:t>강제적으로 발생시키고 </a:t>
            </a:r>
            <a:r>
              <a:rPr lang="en-US" altLang="ko-KR" sz="1400" dirty="0" smtClean="0"/>
              <a:t>“XXX </a:t>
            </a:r>
            <a:r>
              <a:rPr lang="ko-KR" altLang="ko-KR" sz="1400" dirty="0" smtClean="0"/>
              <a:t>라는 회원은 이미 저장되어 있습니다</a:t>
            </a:r>
            <a:r>
              <a:rPr lang="en-US" altLang="ko-KR" sz="1400" dirty="0" smtClean="0"/>
              <a:t>” </a:t>
            </a:r>
            <a:r>
              <a:rPr lang="ko-KR" altLang="ko-KR" sz="1400" dirty="0" smtClean="0"/>
              <a:t>가 출력되게 합니다</a:t>
            </a:r>
            <a:endParaRPr lang="en-US" altLang="ko-KR" sz="1400" dirty="0" smtClean="0"/>
          </a:p>
          <a:p>
            <a:pPr lvl="0"/>
            <a:endParaRPr lang="ko-KR" altLang="ko-KR" sz="1400" dirty="0" smtClean="0"/>
          </a:p>
          <a:p>
            <a:pPr lvl="0"/>
            <a:r>
              <a:rPr lang="en-US" altLang="ko-KR" sz="1400" dirty="0" smtClean="0"/>
              <a:t>3.</a:t>
            </a:r>
            <a:r>
              <a:rPr lang="ko-KR" altLang="ko-KR" sz="1400" dirty="0" smtClean="0"/>
              <a:t>만약에 배열에 이미 저장된 이름이 아닌</a:t>
            </a:r>
            <a:r>
              <a:rPr lang="en-US" altLang="ko-KR" sz="1400" dirty="0" smtClean="0"/>
              <a:t>,</a:t>
            </a:r>
            <a:r>
              <a:rPr lang="ko-KR" altLang="ko-KR" sz="1400" dirty="0" smtClean="0"/>
              <a:t>새로운 회원의 이름을 </a:t>
            </a:r>
            <a:r>
              <a:rPr lang="ko-KR" altLang="ko-KR" sz="1400" dirty="0" err="1" smtClean="0"/>
              <a:t>실행때</a:t>
            </a:r>
            <a:r>
              <a:rPr lang="ko-KR" altLang="ko-KR" sz="1400" dirty="0" smtClean="0"/>
              <a:t> </a:t>
            </a:r>
            <a:r>
              <a:rPr lang="ko-KR" altLang="ko-KR" sz="1400" dirty="0" err="1" smtClean="0"/>
              <a:t>입력받게되면</a:t>
            </a:r>
            <a:r>
              <a:rPr lang="ko-KR" altLang="ko-KR" sz="1400" dirty="0" smtClean="0"/>
              <a:t> 기존 회원의 이름과 함께 마지막에 입력된 회원의 이름이 함께 출력되도록 하세요</a:t>
            </a:r>
            <a:endParaRPr lang="en-US" altLang="ko-KR" sz="1400" dirty="0" smtClean="0"/>
          </a:p>
          <a:p>
            <a:pPr lvl="0"/>
            <a:endParaRPr lang="ko-KR" altLang="ko-KR" sz="1400" dirty="0" smtClean="0"/>
          </a:p>
          <a:p>
            <a:pPr lvl="0"/>
            <a:r>
              <a:rPr lang="en-US" altLang="ko-KR" sz="1400" dirty="0" smtClean="0"/>
              <a:t>4.</a:t>
            </a:r>
            <a:r>
              <a:rPr lang="ko-KR" altLang="ko-KR" sz="1400" dirty="0" smtClean="0"/>
              <a:t>명령형 매개변수가 입력되지 않는 경우도 예외로 </a:t>
            </a:r>
            <a:r>
              <a:rPr lang="ko-KR" altLang="ko-KR" sz="1400" dirty="0" err="1" smtClean="0"/>
              <a:t>처리할수</a:t>
            </a:r>
            <a:r>
              <a:rPr lang="ko-KR" altLang="ko-KR" sz="1400" dirty="0" smtClean="0"/>
              <a:t> 있도록 하세요</a:t>
            </a:r>
            <a:r>
              <a:rPr lang="en-US" altLang="ko-KR" sz="1400" dirty="0" smtClean="0"/>
              <a:t>. </a:t>
            </a:r>
            <a:r>
              <a:rPr lang="ko-KR" altLang="ko-KR" sz="1400" dirty="0" smtClean="0"/>
              <a:t>그리고</a:t>
            </a:r>
          </a:p>
          <a:p>
            <a:r>
              <a:rPr lang="ko-KR" altLang="ko-KR" sz="1400" dirty="0" smtClean="0"/>
              <a:t>예외를 처리하는 키워드</a:t>
            </a:r>
            <a:r>
              <a:rPr lang="en-US" altLang="ko-KR" sz="1400" dirty="0" smtClean="0"/>
              <a:t> try, catch, throws, throw 4</a:t>
            </a:r>
            <a:r>
              <a:rPr lang="ko-KR" altLang="ko-KR" sz="1400" dirty="0" smtClean="0"/>
              <a:t>가지 키워드를 모두 사용하세요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5. </a:t>
            </a:r>
            <a:r>
              <a:rPr lang="ko-KR" altLang="en-US" sz="1400" dirty="0" smtClean="0"/>
              <a:t>실행결과는 다음 페이지에 </a:t>
            </a:r>
            <a:r>
              <a:rPr lang="ko-KR" altLang="en-US" sz="1400" dirty="0" err="1" smtClean="0"/>
              <a:t>캡처되어</a:t>
            </a:r>
            <a:r>
              <a:rPr lang="ko-KR" altLang="en-US" sz="1400" dirty="0" smtClean="0"/>
              <a:t> 있습니다</a:t>
            </a:r>
            <a:r>
              <a:rPr lang="en-US" altLang="ko-KR" sz="1400" dirty="0" smtClean="0"/>
              <a:t>.(</a:t>
            </a:r>
            <a:r>
              <a:rPr lang="ko-KR" altLang="en-US" sz="1400" dirty="0" err="1" smtClean="0"/>
              <a:t>참고하세여</a:t>
            </a:r>
            <a:r>
              <a:rPr lang="en-US" altLang="ko-KR" sz="1400" dirty="0" smtClean="0"/>
              <a:t>)</a:t>
            </a:r>
            <a:endParaRPr lang="ko-KR" altLang="ko-K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 txBox="1">
            <a:spLocks noGrp="1" noChangeArrowheads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B0E7D28E-FF79-456F-AA08-E0617528E3A6}" type="slidenum">
              <a:rPr lang="en-US" altLang="ko-KR" sz="1200" b="0"/>
              <a:pPr algn="ctr"/>
              <a:t>5</a:t>
            </a:fld>
            <a:r>
              <a:rPr lang="en-US" altLang="ko-KR" sz="1200" b="0"/>
              <a:t> -</a:t>
            </a:r>
          </a:p>
        </p:txBody>
      </p:sp>
      <p:sp>
        <p:nvSpPr>
          <p:cNvPr id="14338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84906F90-9ADF-48DB-95E3-1AD786B06328}" type="slidenum">
              <a:rPr lang="en-US" altLang="ko-KR" sz="1200" b="0"/>
              <a:pPr algn="ctr"/>
              <a:t>5</a:t>
            </a:fld>
            <a:r>
              <a:rPr lang="en-US" altLang="ko-KR" sz="1200" b="0"/>
              <a:t> -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7504" y="260350"/>
            <a:ext cx="8856984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81000" indent="-381000"/>
            <a:r>
              <a:rPr kumimoji="0" lang="en-US" altLang="ko-KR" sz="200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III.SELF</a:t>
            </a:r>
            <a:r>
              <a:rPr kumimoji="0" lang="en-US" altLang="ko-KR" sz="240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2000" dirty="0" err="1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메소드</a:t>
            </a:r>
            <a:r>
              <a:rPr kumimoji="0" lang="ko-KR" altLang="en-US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오버로딩을 이용한 알고리즘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sz="16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MemberTest.java</a:t>
            </a:r>
            <a:endParaRPr kumimoji="0" lang="en-US" altLang="ko-KR" sz="24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4520" y="1196752"/>
            <a:ext cx="8749480" cy="540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rgbClr val="C00000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95536" y="908720"/>
            <a:ext cx="14756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&lt;&lt;</a:t>
            </a:r>
            <a:r>
              <a:rPr kumimoji="1" lang="ko-KR" altLang="en-US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실행 결과</a:t>
            </a: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굴림체" pitchFamily="49" charset="-127"/>
                <a:ea typeface="굴림체" pitchFamily="49" charset="-127"/>
                <a:cs typeface="굴림" pitchFamily="50" charset="-127"/>
              </a:rPr>
              <a:t>&gt;&gt;</a:t>
            </a:r>
            <a:endParaRPr kumimoji="1" lang="en-US" altLang="ko-K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67544" y="1319483"/>
            <a:ext cx="6696744" cy="509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 </a:t>
            </a: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서현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서현 이라는 회원은 이미 있습니다</a:t>
            </a:r>
            <a:endParaRPr kumimoji="1" lang="en-US" altLang="ko-K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 </a:t>
            </a: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유리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유리 이라는 회원은 이미 있습니다</a:t>
            </a:r>
            <a:endParaRPr kumimoji="1" lang="en-US" altLang="ko-K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 </a:t>
            </a: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아이유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아이유</a:t>
            </a: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 이라는 회원은 이미 있습니다</a:t>
            </a:r>
            <a:endParaRPr kumimoji="1" lang="en-US" altLang="ko-K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 </a:t>
            </a: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지나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지나 이라는 회원은 이미 있습니다</a:t>
            </a:r>
            <a:endParaRPr kumimoji="1" lang="en-US" altLang="ko-K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 </a:t>
            </a: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산드라박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서현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유리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아이유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지나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산드라박</a:t>
            </a:r>
            <a:endParaRPr kumimoji="1" lang="en-US" altLang="ko-K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 </a:t>
            </a: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제시카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서현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유리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아이유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지나</a:t>
            </a: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제시카</a:t>
            </a:r>
            <a:endParaRPr kumimoji="1" lang="en-US" altLang="ko-K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sv-SE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sv-SE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굴림" pitchFamily="50" charset="-127"/>
              </a:rPr>
              <a:t>C: \prob5&gt;java MemberTest</a:t>
            </a:r>
            <a:endParaRPr kumimoji="1" lang="sv-SE" altLang="ko-KR" sz="105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sv-SE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입력이 안되었습니다</a:t>
            </a:r>
            <a:r>
              <a:rPr kumimoji="1" lang="en-US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1" lang="ko-KR" altLang="en-US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실행시</a:t>
            </a:r>
            <a:r>
              <a:rPr kumimoji="1" lang="ko-KR" alt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 회원이름을 입력하세요</a:t>
            </a:r>
            <a:r>
              <a:rPr kumimoji="1" lang="en-US" altLang="ko-K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^^</a:t>
            </a:r>
            <a:endParaRPr kumimoji="1" lang="en-US" altLang="ko-K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6569</TotalTime>
  <Words>271</Words>
  <Application>Microsoft Office PowerPoint</Application>
  <PresentationFormat>화면 슬라이드 쇼(4:3)</PresentationFormat>
  <Paragraphs>124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기본 디자인</vt:lpstr>
      <vt:lpstr>슬라이드 1</vt:lpstr>
      <vt:lpstr>슬라이드 2</vt:lpstr>
      <vt:lpstr>슬라이드 3</vt:lpstr>
      <vt:lpstr>슬라이드 4</vt:lpstr>
      <vt:lpstr>슬라이드 5</vt:lpstr>
    </vt:vector>
  </TitlesOfParts>
  <Company>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giwan</dc:creator>
  <cp:lastModifiedBy>MASTER</cp:lastModifiedBy>
  <cp:revision>786</cp:revision>
  <dcterms:created xsi:type="dcterms:W3CDTF">2010-05-17T01:53:54Z</dcterms:created>
  <dcterms:modified xsi:type="dcterms:W3CDTF">2015-02-11T02:46:31Z</dcterms:modified>
</cp:coreProperties>
</file>